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contributes R251,197.57 to total sales, representing the largest city share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follow closely, with sales of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in these cities could further boost sales</a:t>
            </a:r>
          </a:p>
        </p:txBody>
      </p:sp>
      <p:pic>
        <p:nvPicPr>
          <p:cNvPr id="4" name="Picture 3" descr="presentation_20260619-201515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also show significant sales, with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Focusing on these product lines could lead to increased overall sales</a:t>
            </a:r>
          </a:p>
        </p:txBody>
      </p:sp>
      <p:pic>
        <p:nvPicPr>
          <p:cNvPr id="4" name="Picture 3" descr="presentation_20260619-201515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