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sales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have similar sales figures, at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should focus on increasing sales in Johannesburg and Durban</a:t>
            </a:r>
          </a:p>
        </p:txBody>
      </p:sp>
      <p:pic>
        <p:nvPicPr>
          <p:cNvPr id="4" name="Picture 3" descr="presentation_20260619-201134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have similar sales figures, at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pricing and promotion strategies should be implemented to increase sales in the Groceries product line</a:t>
            </a:r>
          </a:p>
        </p:txBody>
      </p:sp>
      <p:pic>
        <p:nvPicPr>
          <p:cNvPr id="4" name="Picture 3" descr="presentation_20260619-201134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