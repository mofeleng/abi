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generated the highest sales at R251,197.57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Port Elizabeth and Pretoria have similar sales figures, at R197,538.62 and R196,831.41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Targeted marketing efforts should focus on increasing sales in Durban and Johannesburg</a:t>
            </a:r>
          </a:p>
        </p:txBody>
      </p:sp>
      <p:pic>
        <p:nvPicPr>
          <p:cNvPr id="4" name="Picture 3" descr="presentation_20260619-150450_city_sales_breakdown_values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Clothing is the top-selling product line, generating R194,191.29 in revenue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Electronics and Sports and Outdoor product lines have similar sales figures, at R172,322.58 and R168,556.40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Strategic pricing and promotion strategies should be implemented to boost sales of Groceries and Home &amp; Garden product lines</a:t>
            </a:r>
          </a:p>
        </p:txBody>
      </p:sp>
      <p:pic>
        <p:nvPicPr>
          <p:cNvPr id="4" name="Picture 3" descr="presentation_20260619-150450_product_line_sales_breakdown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