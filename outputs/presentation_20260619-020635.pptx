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Supermarket Sales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Market Analysis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Category Revenue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Clothing generates the highest revenue at R194,191.29.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Electronics and Sports and Outdoor follow closely, with revenues of R172,322.58 and R168,556.40 respectively.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Focusing on these categories can drive revenue growth.</a:t>
            </a:r>
          </a:p>
        </p:txBody>
      </p:sp>
      <p:pic>
        <p:nvPicPr>
          <p:cNvPr id="4" name="Picture 3" descr="presentation_20260619-020635_product_category_revenue_in_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City Revenue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generates the highest revenue at R251,197.57.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Port Elizabeth and Pretoria follow, with revenues of R197,538.62 and R196,831.41 respectively.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Expansion efforts should focus on these cities for maximum impact.</a:t>
            </a:r>
          </a:p>
        </p:txBody>
      </p:sp>
      <p:pic>
        <p:nvPicPr>
          <p:cNvPr id="4" name="Picture 3" descr="presentation_20260619-020635_city_revenue_breakdown_in_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