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South African 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Total Revenue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revenue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revenue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has the lowest revenue among the top 5 cities at R164,348.89</a:t>
            </a:r>
          </a:p>
        </p:txBody>
      </p:sp>
      <p:pic>
        <p:nvPicPr>
          <p:cNvPr id="4" name="Picture 3" descr="presentation_20260619-155020_total_revenue_by_city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revenue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Groceries have the lowest revenue among the product lines at R144,326.29</a:t>
            </a:r>
          </a:p>
        </p:txBody>
      </p:sp>
      <p:pic>
        <p:nvPicPr>
          <p:cNvPr id="4" name="Picture 3" descr="presentation_20260619-155020_product_line_revenue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