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South African Supermarket Sales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Market Analysis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Sales by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Cape Town has the highest sales at R251,197.57, followed by Port Elizabeth at R197,538.62 and Pretoria at R196,831.41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Durban and Johannesburg have sales of R184,919.17 and R164,348.89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Targeted business recommendation: Focus on expanding operations in Cape Town and Port Elizabeth to capitalize on high sales</a:t>
            </a:r>
          </a:p>
        </p:txBody>
      </p:sp>
      <p:pic>
        <p:nvPicPr>
          <p:cNvPr id="4" name="Picture 3" descr="presentation_20260619-143753_sales_by_city_values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Clothing is the top-selling product line at R194,191.29, followed by Electronics at R172,322.58 and Groceries at R144,326.29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Health and Beauty, Home &amp; Garden, and Sports and Outdoor have sales of R158,038.67, R157,400.43, and R168,556.40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Targeted business recommendation: Invest in marketing campaigns to promote Clothing and Electronics product lines</a:t>
            </a:r>
          </a:p>
        </p:txBody>
      </p:sp>
      <p:pic>
        <p:nvPicPr>
          <p:cNvPr id="4" name="Picture 3" descr="presentation_20260619-143753_product_line_breakdown_values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