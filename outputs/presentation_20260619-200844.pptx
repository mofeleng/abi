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4400" b="1">
                <a:solidFill>
                  <a:srgbClr val="0F172A"/>
                </a:solidFill>
              </a:defRPr>
            </a:pPr>
            <a:r>
              <a:t>Sales Analysis and Insights</a:t>
            </a:r>
          </a:p>
          <a:p>
            <a:pPr>
              <a:defRPr sz="2000">
                <a:solidFill>
                  <a:srgbClr val="4B5563"/>
                </a:solidFill>
              </a:defRPr>
            </a:pPr>
            <a:r>
              <a:t>Executive Sales Report and Strategic Recommendations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City-wise Sales Breakdown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Cape Town leads with R251,197.57 in sales, followed by Port Elizabeth with R197,538.62.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Johannesburg and Durban contribute R164,348.89 and R184,919.17 respectively to the total revenue.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Pretoria's sales amount to R196,831.41, indicating a strong market presence.</a:t>
            </a:r>
          </a:p>
        </p:txBody>
      </p:sp>
      <p:pic>
        <p:nvPicPr>
          <p:cNvPr id="4" name="Picture 3" descr="presentation_20260619-200844_citywise_sales_in_ra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303520" cy="39776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Product Line Sales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The Clothing product line generates R194,191.29 in sales, making it a significant contributor to total revenue.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Electronics and Health and Beauty product lines contribute R172,322.58 and R158,038.67 respectively to the sales.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Groceries, Home &amp; Garden, and Sports and Outdoor product lines also show notable sales figures.</a:t>
            </a:r>
          </a:p>
        </p:txBody>
      </p:sp>
      <p:pic>
        <p:nvPicPr>
          <p:cNvPr id="4" name="Picture 3" descr="presentation_20260619-200844_product_line_sales_in_ra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303520" cy="3977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