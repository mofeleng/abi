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0F172A"/>
                </a:solidFill>
              </a:defRPr>
            </a:pPr>
            <a:r>
              <a:t>Sales Analysis and Market Insights</a:t>
            </a:r>
          </a:p>
          <a:p>
            <a:pPr>
              <a:defRPr sz="2000">
                <a:solidFill>
                  <a:srgbClr val="4B5563"/>
                </a:solidFill>
              </a:defRPr>
            </a:pPr>
            <a:r>
              <a:t>Executive Sales Report &amp; Strategic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City Sales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Cape Town leads in sales with R251,197.57, followed by Port Elizabeth at R197,538.62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Johannesburg and Durban have sales of R164,348.89 and R184,919.17 respectively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Pretoria has the lowest sales among the top cities at R196,831.41</a:t>
            </a:r>
          </a:p>
        </p:txBody>
      </p:sp>
      <p:pic>
        <p:nvPicPr>
          <p:cNvPr id="4" name="Picture 3" descr="presentation_20260619-155811_city_sales_breakdown_values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Product Line Sales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Clothing is the top-selling product line with R194,191.29 in revenue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Electronics and Sports and Outdoor have sales of R172,322.58 and R168,556.40 respectively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Groceries and Health and Beauty have sales of R144,326.29 and R158,038.67 respectively</a:t>
            </a:r>
          </a:p>
        </p:txBody>
      </p:sp>
      <p:pic>
        <p:nvPicPr>
          <p:cNvPr id="4" name="Picture 3" descr="presentation_20260619-155811_product_line_sales_analysis_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