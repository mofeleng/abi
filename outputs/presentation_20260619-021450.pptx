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The 'Sports and Outdoor' product line generated the highest sales with R168,556.40.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The 'Clothing' product line is the second best performing product line with R194,191.29 in sales.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To improve sales, focus on promoting the 'Sports and Outdoor' and 'Clothing' product lines.</a:t>
            </a:r>
          </a:p>
        </p:txBody>
      </p:sp>
      <p:pic>
        <p:nvPicPr>
          <p:cNvPr id="4" name="Picture 3" descr="presentation_20260619-021450_product_line_sales_values_in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is the best performing city with R251,197.57 in sales.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is the worst performing city with R164,348.89 in sales.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To improve sales, focus on increasing marketing efforts in Johannesburg and maintaining current strategies in Cape Town.</a:t>
            </a:r>
          </a:p>
        </p:txBody>
      </p:sp>
      <p:pic>
        <p:nvPicPr>
          <p:cNvPr id="4" name="Picture 3" descr="presentation_20260619-021450_city_sales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