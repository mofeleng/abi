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Comparative Analysis of Product Line Performance Across Yangon, Naypyitaw, and Mandalay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City-Wise 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Naypyitaw is the highest-performing city with a revenue of R105,303.53.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Mandalay is the lowest-performing city with a revenue of R101,140.64, indicating a need for strategic expansion.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Yangon has a revenue of R101,143.21, slightly higher than Mandalay.</a:t>
            </a:r>
          </a:p>
        </p:txBody>
      </p:sp>
      <p:pic>
        <p:nvPicPr>
          <p:cNvPr id="4" name="Picture 3" descr="presentation_20260618-151705_citywise_revenue_breakdown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Food and beverages is the highest-performing product line with a revenue of R53,471.28.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Health and beauty is the lowest-performing product line with a revenue of R46,851.18.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Electronic accessories and Fashion accessories have similar revenue figures, with R51,750.03 and R51,719.90 respectively.</a:t>
            </a:r>
          </a:p>
        </p:txBody>
      </p:sp>
      <p:pic>
        <p:nvPicPr>
          <p:cNvPr id="4" name="Picture 3" descr="presentation_20260618-151705_product_line_revenue_breakdown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Strategic Recommendations for Mandalay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Expand the Food and beverages product line in Mandalay to increase revenue.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Consider increasing the inventory of Electronic accessories and Fashion accessories in Mandalay.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Analyze customer demand and preferences in Mandalay to identify opportunities for growth.</a:t>
            </a:r>
          </a:p>
        </p:txBody>
      </p:sp>
      <p:pic>
        <p:nvPicPr>
          <p:cNvPr id="4" name="Picture 3" descr="presentation_20260618-151705_recommended_product_line_expansion_in_mandalay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