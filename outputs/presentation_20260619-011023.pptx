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F172A"/>
                </a:solidFill>
              </a:defRPr>
            </a:pPr>
            <a:r>
              <a:t>Revenue Drivers Analysis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Executive Market Analysis &amp; Strategic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City Revenue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Naypyitaw generates the highest revenue with R105,303.53.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Yangon and Mandalay follow closely with R101,143.21 and R101,140.64 respectively.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Targeted marketing efforts should focus on these cities to maximize revenue.</a:t>
            </a:r>
          </a:p>
        </p:txBody>
      </p:sp>
      <p:pic>
        <p:nvPicPr>
          <p:cNvPr id="4" name="Picture 3" descr="presentation_20260619-011023_city_revenue_breakdown_values_in_r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Product Line Revenue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Food and beverages generate the highest revenue with R53,471.28.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Sports and travel, and Electronic accessories follow with R52,497.93 and R51,750.03 respectively.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Strategic product placement and promotions should focus on these product lines to drive revenue.</a:t>
            </a:r>
          </a:p>
        </p:txBody>
      </p:sp>
      <p:pic>
        <p:nvPicPr>
          <p:cNvPr id="4" name="Picture 3" descr="presentation_20260619-011023_product_line_revenue_breakdown_values_in_r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