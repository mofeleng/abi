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F172A"/>
                </a:solidFill>
              </a:defRPr>
            </a:pPr>
            <a:r>
              <a:t>Supermarket Sales Performance Analysis</a:t>
            </a:r>
          </a:p>
          <a:p>
            <a:pPr>
              <a:defRPr sz="2000">
                <a:solidFill>
                  <a:srgbClr val="4B5563"/>
                </a:solidFill>
              </a:defRPr>
            </a:pPr>
            <a:r>
              <a:t>Executive Market Analysis &amp; Strategic Recommendations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City-wise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Mandalay generated R101,140.64 in sales, indicating a strong market presence.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Naypyitaw has the highest sales with R105,303.53, suggesting opportunities for further growth.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Yangon's sales of R101,143.21 highlight the need for targeted marketing strategies.</a:t>
            </a:r>
          </a:p>
        </p:txBody>
      </p:sp>
      <p:pic>
        <p:nvPicPr>
          <p:cNvPr id="4" name="Picture 3" descr="final_presentation_citywise_sales_performance_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Product Line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Food and beverages is the top-selling product line with R53,471.28 in sales.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Electronic accessories and Fashion accessories have similar sales figures, with R51,750.03 and R51,719.90 respectively.</a:t>
            </a:r>
          </a:p>
          <a:p>
            <a:pPr>
              <a:spcAft>
                <a:spcPts val="1200"/>
              </a:spcAft>
              <a:defRPr sz="1500">
                <a:solidFill>
                  <a:srgbClr val="334155"/>
                </a:solidFill>
              </a:defRPr>
            </a:pPr>
            <a:r>
              <a:t>Health and beauty products have the lowest sales, with R46,851.18, indicating a need for product line optimization.</a:t>
            </a:r>
          </a:p>
        </p:txBody>
      </p:sp>
      <p:pic>
        <p:nvPicPr>
          <p:cNvPr id="4" name="Picture 3" descr="final_presentation_product_line_sales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