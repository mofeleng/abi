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TechCorp SA Product Line Performance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Regional 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Gauteng has the highest revenue with R180,000.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Western Cape has a middle revenue of R110,000.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KwaZulu-Natal has the lowest revenue of R63,000, indicating a potential area for expansion.</a:t>
            </a:r>
          </a:p>
        </p:txBody>
      </p:sp>
      <p:pic>
        <p:nvPicPr>
          <p:cNvPr id="4" name="Picture 3" descr="presentation_20260618-151223_regional_revenue_performance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Software License has the highest revenue with R170,000.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Consulting Hours has a revenue of R96,000.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Support Plan has the lowest revenue of R40,000 among the top products.</a:t>
            </a:r>
          </a:p>
        </p:txBody>
      </p:sp>
      <p:pic>
        <p:nvPicPr>
          <p:cNvPr id="4" name="Picture 3" descr="presentation_20260618-151223_product_line_revenue_performance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Monthly Revenue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January has the highest monthly revenue with R120,000.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February has a revenue of R135,000, indicating an increase from January.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• March has the lowest monthly revenue of R98,000, suggesting a potential decline in sales.</a:t>
            </a:r>
          </a:p>
        </p:txBody>
      </p:sp>
      <p:pic>
        <p:nvPicPr>
          <p:cNvPr id="4" name="Picture 3" descr="presentation_20260618-151223_monthly_revenue_trend_values_in_r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