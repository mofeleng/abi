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sales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Pretoria and Port Elizabeth have similar sales figures, with R196,831.41 and R197,538.62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should focus on increasing sales in Durban and Johannesburg</a:t>
            </a:r>
          </a:p>
        </p:txBody>
      </p:sp>
      <p:pic>
        <p:nvPicPr>
          <p:cNvPr id="4" name="Picture 3" descr="presentation_20260619-145642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sales figures, with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pricing and promotion strategies should be implemented to boost sales of Groceries and Home &amp; Garden product lines</a:t>
            </a:r>
          </a:p>
        </p:txBody>
      </p:sp>
      <p:pic>
        <p:nvPicPr>
          <p:cNvPr id="4" name="Picture 3" descr="presentation_20260619-145642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