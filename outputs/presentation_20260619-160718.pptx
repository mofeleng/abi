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Sales Analysis and Market Insights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Summary of Sales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City-wise Sales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leads with R251,197.57 in sales, indicating a strong market presence.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Durban and Johannesburg follow with R184,919.17 and R164,348.89 respectively, showing potential for growth.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Targeted marketing strategies could enhance sales in Pretoria and Port Elizabeth, which have revenues of R196,831.41 and R197,538.62 respectively.</a:t>
            </a:r>
          </a:p>
        </p:txBody>
      </p:sp>
      <p:pic>
        <p:nvPicPr>
          <p:cNvPr id="4" name="Picture 3" descr="presentation_20260619-160718_citywise_sal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The Clothing product line generates the highest revenue at R194,191.29, indicating strong demand.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Health and Beauty follow with R172,322.58 and R158,038.67 respectively, showing a balanced product portfolio.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Strategic pricing and promotion of Groceries, Home &amp; Garden, and Sports and Outdoor could further boost sales.</a:t>
            </a:r>
          </a:p>
        </p:txBody>
      </p:sp>
      <p:pic>
        <p:nvPicPr>
          <p:cNvPr id="4" name="Picture 3" descr="presentation_20260619-160718_product_line_sal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