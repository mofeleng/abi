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Food and beverages generated the highest revenue at R53,471.28.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 accessories and Fashion accessories have similar revenue, with R51,750.03 and R51,719.90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recommendation: Increase marketing efforts for Food and beverages to maintain its top position.</a:t>
            </a:r>
          </a:p>
        </p:txBody>
      </p:sp>
      <p:pic>
        <p:nvPicPr>
          <p:cNvPr id="4" name="Picture 3" descr="presentation_20260619-014202_product_line_revenue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City-Wise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Naypyitaw has the highest revenue at R105,303.53, followed closely by Yangon at R101,143.21.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Mandalay has the lowest revenue at R101,140.64, but is still a significant contributor.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recommendation: Focus on increasing sales in Mandalay to bridge the gap with Naypyitaw and Yangon.</a:t>
            </a:r>
          </a:p>
        </p:txBody>
      </p:sp>
      <p:pic>
        <p:nvPicPr>
          <p:cNvPr id="4" name="Picture 3" descr="presentation_20260619-014202_citywise_revenue_distributio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