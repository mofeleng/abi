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South African 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Sales Report by Province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Total Revenue by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generated the highest revenue at R251,197.57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Port Elizabeth and Pretoria have similar revenue, with R197,538.62 and R196,831.41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Johannesburg has the lowest revenue among the top cities at R164,348.89</a:t>
            </a:r>
          </a:p>
        </p:txBody>
      </p:sp>
      <p:pic>
        <p:nvPicPr>
          <p:cNvPr id="4" name="Picture 3" descr="presentation_20260619-144640_total_revenue_by_city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top-selling product line, generating R194,191.29 in revenue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Sports and Outdoor product lines have similar revenue, with R172,322.58 and R168,556.40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Groceries have the lowest revenue among the product lines at R144,326.29</a:t>
            </a:r>
          </a:p>
        </p:txBody>
      </p:sp>
      <p:pic>
        <p:nvPicPr>
          <p:cNvPr id="4" name="Picture 3" descr="presentation_20260619-144640_product_line_revenue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