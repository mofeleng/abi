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Regional Sales Performance and Product Line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Regional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accounts for R251,197.57 in sales, which is approximately 25.3% of total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Durban and Johannesburg contribute R184,919.17 and R164,348.89 respectively, totaling around 35.1% of total sales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generate R197,538.62 and R196,831.41 in sales, making up around 39.5% of total revenue</a:t>
            </a:r>
          </a:p>
        </p:txBody>
      </p:sp>
      <p:pic>
        <p:nvPicPr>
          <p:cNvPr id="4" name="Picture 3" descr="presentation_20260619-141127_regional_sal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line, generating R194,191.29 in revenue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Groceries follow closely, with sales of R172,322.58 and R144,326.29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The remaining product lines, including Health and Beauty, Home &amp; Garden, and Sports and Outdoor, contribute a combined R482,075.82 to total revenue</a:t>
            </a:r>
          </a:p>
        </p:txBody>
      </p:sp>
      <p:pic>
        <p:nvPicPr>
          <p:cNvPr id="4" name="Picture 3" descr="presentation_20260619-141127_product_line_sal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