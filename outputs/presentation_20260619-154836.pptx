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contributes R251,197.57 to total sales, indicating a strong market presence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Durban and Johannesburg follow with R184,919.17 and R164,348.89 respectively, suggesting opportunities for growth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strategies could enhance sales in Pretoria and Port Elizabeth, which contribute R196,831.41 and R197,538.62 respectively</a:t>
            </a:r>
          </a:p>
        </p:txBody>
      </p:sp>
      <p:pic>
        <p:nvPicPr>
          <p:cNvPr id="4" name="Picture 3" descr="presentation_20260619-154836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 at R194,191.29, indicating a strong demand for apparel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Groceries follow with R172,322.58 and R144,326.29 respectively, suggesting a diverse customer base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inventory management and targeted promotions could enhance sales across all product lines</a:t>
            </a:r>
          </a:p>
        </p:txBody>
      </p:sp>
      <p:pic>
        <p:nvPicPr>
          <p:cNvPr id="4" name="Picture 3" descr="presentation_20260619-154836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