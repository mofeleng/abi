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generates the highest sales at R251,197.57, followed by Port Elizabeth and Pretoria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and Durban have sales of R164,348.89 and R184,919.17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should focus on these cities to maximize revenue</a:t>
            </a:r>
          </a:p>
        </p:txBody>
      </p:sp>
      <p:pic>
        <p:nvPicPr>
          <p:cNvPr id="4" name="Picture 3" descr="presentation_20260619-153951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 performing product line, generating R194,191.29 in sales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are also high performing categories, with sales of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inventory management and targeted promotions should focus on these product lines</a:t>
            </a:r>
          </a:p>
        </p:txBody>
      </p:sp>
      <p:pic>
        <p:nvPicPr>
          <p:cNvPr id="4" name="Picture 3" descr="presentation_20260619-153951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