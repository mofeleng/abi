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generated the highest sales at R251,197.57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Port Elizabeth and Pretoria have similar sales figures, at R197,538.62 and R196,831.41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marketing efforts in Durban and Johannesburg could increase overall sales</a:t>
            </a:r>
          </a:p>
        </p:txBody>
      </p:sp>
      <p:pic>
        <p:nvPicPr>
          <p:cNvPr id="4" name="Picture 3" descr="presentation_20260619-154500_city_sales_breakdown_values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line, generating R194,191.29 in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product lines have similar sales figures, at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Increasing the variety of Groceries and Health and Beauty products could attract more customers</a:t>
            </a:r>
          </a:p>
        </p:txBody>
      </p:sp>
      <p:pic>
        <p:nvPicPr>
          <p:cNvPr id="4" name="Picture 3" descr="presentation_20260619-154500_product_line_sales_breakdown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